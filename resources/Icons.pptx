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2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108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2FE672-F8B4-B17D-B4B6-31A91A8DCA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241D457-8F0E-DC30-82D0-CD6394748B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529520D-806E-9247-B133-F6A455363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E941A-C142-4A0D-AFDE-A5AD125D34B2}" type="datetimeFigureOut">
              <a:rPr lang="de-DE" smtClean="0"/>
              <a:t>18.08.2026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54AEE40-8EA6-5B71-2A1A-5D26CCF8D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AE1D0DF-756C-959C-556D-F9E29C0A0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929C2-C9D5-4210-B8C1-489ED24ACDE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05491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B62937-6A34-E66D-9C20-A7EFF9AED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DD7B0B2-2157-558C-2406-B5C5523130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F018091-2ABB-BEED-688B-A1293EE10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E941A-C142-4A0D-AFDE-A5AD125D34B2}" type="datetimeFigureOut">
              <a:rPr lang="de-DE" smtClean="0"/>
              <a:t>18.08.2026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788DEC8-F70A-1C34-6EA8-8BDD39378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9037DAB-88D5-024B-C78B-F7F6E0FED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929C2-C9D5-4210-B8C1-489ED24ACDE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68929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84FCB6-67C0-5551-B417-3403751D4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2ACDCDF-F6E4-1FF4-5DF0-AD6CF269DA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FCEEE7B-B3AA-EAAE-538C-401C3FF69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E941A-C142-4A0D-AFDE-A5AD125D34B2}" type="datetimeFigureOut">
              <a:rPr lang="de-DE" smtClean="0"/>
              <a:t>18.08.2026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C26079D-F475-3AAA-F255-94BC1CF7C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FFFA22C-EA1B-4FF5-C1C7-CBC5E31D9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929C2-C9D5-4210-B8C1-489ED24ACDE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12260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4B3118-D0C8-0D50-34BF-C27488AA1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3684BF-316C-254C-5A28-0981856961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2080BCD-1080-9F79-BF81-AFF5023081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7BEA4E5-7966-02D1-036F-35A7B8B38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E941A-C142-4A0D-AFDE-A5AD125D34B2}" type="datetimeFigureOut">
              <a:rPr lang="de-DE" smtClean="0"/>
              <a:t>18.08.2026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782C4E9-17B9-A928-D908-17BB59904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874155D-A536-8925-DD03-A2AB36699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929C2-C9D5-4210-B8C1-489ED24ACDE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60207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7FBDBD-85DD-E02B-13A2-A194589F8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1F02934-8287-F31B-00BE-88713A0552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F0878CC-3149-8844-8EED-2B07A67C20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F5D13EBC-3626-8169-B540-546C017320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50F3F0F0-EBBE-BA6D-F9F6-569F4CB3E6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4CF0C0B8-A5B2-A10F-44FB-41630C559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E941A-C142-4A0D-AFDE-A5AD125D34B2}" type="datetimeFigureOut">
              <a:rPr lang="de-DE" smtClean="0"/>
              <a:t>18.08.2026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64AB308-C583-B881-DC68-4CFA85855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1D1984A-28F3-4FA8-8AD9-6CAE27036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929C2-C9D5-4210-B8C1-489ED24ACDE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10775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2BCE77-B847-5F2B-6D30-36C667370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8961088-3F62-1E9F-3BD6-19453EE3C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E941A-C142-4A0D-AFDE-A5AD125D34B2}" type="datetimeFigureOut">
              <a:rPr lang="de-DE" smtClean="0"/>
              <a:t>18.08.2026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DFFFCE2-BACA-F106-EEC5-20A26D2F0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46957E7-4287-C35C-A224-239BCE021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929C2-C9D5-4210-B8C1-489ED24ACDE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206176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20E6500-A5AF-C95A-FCBA-DD978A867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E941A-C142-4A0D-AFDE-A5AD125D34B2}" type="datetimeFigureOut">
              <a:rPr lang="de-DE" smtClean="0"/>
              <a:t>18.08.2026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15CF94A-BE2E-2178-7A04-E5EA52E12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82612C0-A9F7-4037-34C0-107FEDA14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929C2-C9D5-4210-B8C1-489ED24ACDE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16034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750B6D-A3D1-AD23-FDCD-74F609B36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4DE2A13-4104-4762-D184-C1B4F9DA4A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0E318EA-01A1-1899-F5D0-5659E74691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68867BB-8675-9156-F5B1-4748D6DFD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E941A-C142-4A0D-AFDE-A5AD125D34B2}" type="datetimeFigureOut">
              <a:rPr lang="de-DE" smtClean="0"/>
              <a:t>18.08.2026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9F299B0-97CB-C56B-01DE-23ED79C25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08F385D-BF99-5CCE-B2AA-A3DC8FB65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929C2-C9D5-4210-B8C1-489ED24ACDE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1179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21FAB9-0993-34B3-70D7-960B68D7E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86E80E4B-9D15-7EF7-3ED5-6D2D001476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09E7073-95DB-0C37-8ED0-517002DB71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431FA95-2D7C-E232-18FE-126BB5F26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E941A-C142-4A0D-AFDE-A5AD125D34B2}" type="datetimeFigureOut">
              <a:rPr lang="de-DE" smtClean="0"/>
              <a:t>18.08.2026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C8DD1A1-3F11-3FAD-B2C9-ED1BD60D3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1F7FFF4-FC22-D566-24FC-D8F2D8192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929C2-C9D5-4210-B8C1-489ED24ACDE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617396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ABBDCFA-2D39-3A46-E183-0E2594E85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38A5460-3A32-31D0-F51C-2F10D0A417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B9BE270-9AE4-4883-FA72-AD751F2E8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E941A-C142-4A0D-AFDE-A5AD125D34B2}" type="datetimeFigureOut">
              <a:rPr lang="de-DE" smtClean="0"/>
              <a:t>18.08.2026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52603F-AE24-1530-BE23-6407E29A7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7A53738-AA9D-8DC1-3856-92BD23E72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929C2-C9D5-4210-B8C1-489ED24ACDE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8933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2F2D8F18-FF66-CA3D-6026-9213410E73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CFC8301-D1F0-5EDB-438F-BA488CB74B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FD0279C-C511-1B43-C576-A473C9D10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E941A-C142-4A0D-AFDE-A5AD125D34B2}" type="datetimeFigureOut">
              <a:rPr lang="de-DE" smtClean="0"/>
              <a:t>18.08.2026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21B73EB-E809-3B0E-A188-7A31071DF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4C5100B-05C5-83BE-9305-626EB1E93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929C2-C9D5-4210-B8C1-489ED24ACDE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57075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C5F1C71-B5E5-789B-CF70-9934F96D9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C4DBD4B-7E81-160E-DE82-03944F7BE9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CC796B6-1676-BCD4-0BB3-3E724B44E8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FE941A-C142-4A0D-AFDE-A5AD125D34B2}" type="datetimeFigureOut">
              <a:rPr lang="de-DE" smtClean="0"/>
              <a:t>18.08.2026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F7C3E1C-6923-645B-08E0-59A579FF11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2E2FFF7-877E-D589-4661-D0D3FFBA91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0929C2-C9D5-4210-B8C1-489ED24ACDE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27097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5D25C865-2064-9021-A06B-C3407DED3717}"/>
              </a:ext>
            </a:extLst>
          </p:cNvPr>
          <p:cNvGrpSpPr/>
          <p:nvPr/>
        </p:nvGrpSpPr>
        <p:grpSpPr>
          <a:xfrm>
            <a:off x="2223301" y="1824365"/>
            <a:ext cx="2656126" cy="2471738"/>
            <a:chOff x="2223301" y="1824365"/>
            <a:chExt cx="2656126" cy="2471738"/>
          </a:xfrm>
        </p:grpSpPr>
        <p:sp>
          <p:nvSpPr>
            <p:cNvPr id="28" name="Trapezoid 27">
              <a:extLst>
                <a:ext uri="{FF2B5EF4-FFF2-40B4-BE49-F238E27FC236}">
                  <a16:creationId xmlns:a16="http://schemas.microsoft.com/office/drawing/2014/main" id="{2BDBFF7E-138C-0A74-466A-4B5CD33991FD}"/>
                </a:ext>
              </a:extLst>
            </p:cNvPr>
            <p:cNvSpPr/>
            <p:nvPr/>
          </p:nvSpPr>
          <p:spPr>
            <a:xfrm rot="5400000">
              <a:off x="4331624" y="2875104"/>
              <a:ext cx="402501" cy="297574"/>
            </a:xfrm>
            <a:prstGeom prst="trapezoid">
              <a:avLst/>
            </a:prstGeom>
            <a:solidFill>
              <a:srgbClr val="26262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" name="Ellipse 3">
              <a:extLst>
                <a:ext uri="{FF2B5EF4-FFF2-40B4-BE49-F238E27FC236}">
                  <a16:creationId xmlns:a16="http://schemas.microsoft.com/office/drawing/2014/main" id="{61E254BB-AC7A-FE33-2341-E33638987A48}"/>
                </a:ext>
              </a:extLst>
            </p:cNvPr>
            <p:cNvSpPr/>
            <p:nvPr/>
          </p:nvSpPr>
          <p:spPr>
            <a:xfrm>
              <a:off x="2467303" y="2049517"/>
              <a:ext cx="1970690" cy="1970690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" name="Ellipse 5">
              <a:extLst>
                <a:ext uri="{FF2B5EF4-FFF2-40B4-BE49-F238E27FC236}">
                  <a16:creationId xmlns:a16="http://schemas.microsoft.com/office/drawing/2014/main" id="{D2C74BA0-D871-3293-F0DA-A432B2F9B763}"/>
                </a:ext>
              </a:extLst>
            </p:cNvPr>
            <p:cNvSpPr/>
            <p:nvPr/>
          </p:nvSpPr>
          <p:spPr>
            <a:xfrm>
              <a:off x="2845478" y="2412124"/>
              <a:ext cx="1214340" cy="124547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" name="Trapezoid 17">
              <a:extLst>
                <a:ext uri="{FF2B5EF4-FFF2-40B4-BE49-F238E27FC236}">
                  <a16:creationId xmlns:a16="http://schemas.microsoft.com/office/drawing/2014/main" id="{D386917E-A297-6BB1-1032-3F6FB429B48A}"/>
                </a:ext>
              </a:extLst>
            </p:cNvPr>
            <p:cNvSpPr/>
            <p:nvPr/>
          </p:nvSpPr>
          <p:spPr>
            <a:xfrm>
              <a:off x="3263789" y="1824365"/>
              <a:ext cx="402501" cy="297574"/>
            </a:xfrm>
            <a:prstGeom prst="trapezoid">
              <a:avLst/>
            </a:prstGeom>
            <a:solidFill>
              <a:srgbClr val="26262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" name="Trapezoid 18">
              <a:extLst>
                <a:ext uri="{FF2B5EF4-FFF2-40B4-BE49-F238E27FC236}">
                  <a16:creationId xmlns:a16="http://schemas.microsoft.com/office/drawing/2014/main" id="{1D38D10D-66F0-7267-E21B-2BF08F4447DE}"/>
                </a:ext>
              </a:extLst>
            </p:cNvPr>
            <p:cNvSpPr/>
            <p:nvPr/>
          </p:nvSpPr>
          <p:spPr>
            <a:xfrm rot="1736300">
              <a:off x="3802458" y="1942434"/>
              <a:ext cx="402501" cy="297574"/>
            </a:xfrm>
            <a:prstGeom prst="trapezoid">
              <a:avLst/>
            </a:prstGeom>
            <a:solidFill>
              <a:srgbClr val="26262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" name="Trapezoid 19">
              <a:extLst>
                <a:ext uri="{FF2B5EF4-FFF2-40B4-BE49-F238E27FC236}">
                  <a16:creationId xmlns:a16="http://schemas.microsoft.com/office/drawing/2014/main" id="{CB753759-DA88-F5D8-66C5-80DFBDCD88ED}"/>
                </a:ext>
              </a:extLst>
            </p:cNvPr>
            <p:cNvSpPr/>
            <p:nvPr/>
          </p:nvSpPr>
          <p:spPr>
            <a:xfrm rot="3838767">
              <a:off x="4182838" y="2355909"/>
              <a:ext cx="402501" cy="297574"/>
            </a:xfrm>
            <a:prstGeom prst="trapezoid">
              <a:avLst/>
            </a:prstGeom>
            <a:solidFill>
              <a:srgbClr val="26262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" name="Trapezoid 20">
              <a:extLst>
                <a:ext uri="{FF2B5EF4-FFF2-40B4-BE49-F238E27FC236}">
                  <a16:creationId xmlns:a16="http://schemas.microsoft.com/office/drawing/2014/main" id="{8C2A2A18-100B-6D98-6FEA-05049DB37248}"/>
                </a:ext>
              </a:extLst>
            </p:cNvPr>
            <p:cNvSpPr/>
            <p:nvPr/>
          </p:nvSpPr>
          <p:spPr>
            <a:xfrm rot="19863012">
              <a:off x="2729162" y="1957159"/>
              <a:ext cx="402501" cy="297574"/>
            </a:xfrm>
            <a:prstGeom prst="trapezoid">
              <a:avLst/>
            </a:prstGeom>
            <a:solidFill>
              <a:srgbClr val="26262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2" name="Trapezoid 21">
              <a:extLst>
                <a:ext uri="{FF2B5EF4-FFF2-40B4-BE49-F238E27FC236}">
                  <a16:creationId xmlns:a16="http://schemas.microsoft.com/office/drawing/2014/main" id="{39E68C9C-AD21-CCF7-40FB-8191A5DC2273}"/>
                </a:ext>
              </a:extLst>
            </p:cNvPr>
            <p:cNvSpPr/>
            <p:nvPr/>
          </p:nvSpPr>
          <p:spPr>
            <a:xfrm rot="16200000">
              <a:off x="2170837" y="2888942"/>
              <a:ext cx="402501" cy="297574"/>
            </a:xfrm>
            <a:prstGeom prst="trapezoid">
              <a:avLst/>
            </a:prstGeom>
            <a:solidFill>
              <a:srgbClr val="26262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3" name="Trapezoid 22">
              <a:extLst>
                <a:ext uri="{FF2B5EF4-FFF2-40B4-BE49-F238E27FC236}">
                  <a16:creationId xmlns:a16="http://schemas.microsoft.com/office/drawing/2014/main" id="{873A3E48-84F4-6280-22BC-ECD0886C5BF1}"/>
                </a:ext>
              </a:extLst>
            </p:cNvPr>
            <p:cNvSpPr/>
            <p:nvPr/>
          </p:nvSpPr>
          <p:spPr>
            <a:xfrm rot="18168071">
              <a:off x="2329650" y="2349749"/>
              <a:ext cx="402501" cy="297574"/>
            </a:xfrm>
            <a:prstGeom prst="trapezoid">
              <a:avLst/>
            </a:prstGeom>
            <a:solidFill>
              <a:srgbClr val="26262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4" name="Trapezoid 23">
              <a:extLst>
                <a:ext uri="{FF2B5EF4-FFF2-40B4-BE49-F238E27FC236}">
                  <a16:creationId xmlns:a16="http://schemas.microsoft.com/office/drawing/2014/main" id="{13C28253-B5BD-30A2-B3F2-30553835AC79}"/>
                </a:ext>
              </a:extLst>
            </p:cNvPr>
            <p:cNvSpPr/>
            <p:nvPr/>
          </p:nvSpPr>
          <p:spPr>
            <a:xfrm rot="14463012">
              <a:off x="2301875" y="3437186"/>
              <a:ext cx="402501" cy="297574"/>
            </a:xfrm>
            <a:prstGeom prst="trapezoid">
              <a:avLst/>
            </a:prstGeom>
            <a:solidFill>
              <a:srgbClr val="26262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5" name="Trapezoid 24">
              <a:extLst>
                <a:ext uri="{FF2B5EF4-FFF2-40B4-BE49-F238E27FC236}">
                  <a16:creationId xmlns:a16="http://schemas.microsoft.com/office/drawing/2014/main" id="{554A4C28-46EE-C03C-B4A3-0828753B299F}"/>
                </a:ext>
              </a:extLst>
            </p:cNvPr>
            <p:cNvSpPr/>
            <p:nvPr/>
          </p:nvSpPr>
          <p:spPr>
            <a:xfrm rot="10800000">
              <a:off x="3233658" y="3995511"/>
              <a:ext cx="402501" cy="297574"/>
            </a:xfrm>
            <a:prstGeom prst="trapezoid">
              <a:avLst/>
            </a:prstGeom>
            <a:solidFill>
              <a:srgbClr val="26262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6" name="Trapezoid 25">
              <a:extLst>
                <a:ext uri="{FF2B5EF4-FFF2-40B4-BE49-F238E27FC236}">
                  <a16:creationId xmlns:a16="http://schemas.microsoft.com/office/drawing/2014/main" id="{C24BDA62-07BD-12C5-8DD6-0F523176E2BD}"/>
                </a:ext>
              </a:extLst>
            </p:cNvPr>
            <p:cNvSpPr/>
            <p:nvPr/>
          </p:nvSpPr>
          <p:spPr>
            <a:xfrm rot="12768071">
              <a:off x="2694465" y="3836698"/>
              <a:ext cx="402501" cy="297574"/>
            </a:xfrm>
            <a:prstGeom prst="trapezoid">
              <a:avLst/>
            </a:prstGeom>
            <a:solidFill>
              <a:srgbClr val="26262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" name="Ellipse 4">
              <a:extLst>
                <a:ext uri="{FF2B5EF4-FFF2-40B4-BE49-F238E27FC236}">
                  <a16:creationId xmlns:a16="http://schemas.microsoft.com/office/drawing/2014/main" id="{39192A67-7DAA-5A66-4A73-B9B8F6E3C38F}"/>
                </a:ext>
              </a:extLst>
            </p:cNvPr>
            <p:cNvSpPr/>
            <p:nvPr/>
          </p:nvSpPr>
          <p:spPr>
            <a:xfrm>
              <a:off x="3444765" y="2824655"/>
              <a:ext cx="1434662" cy="1471448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grpSp>
          <p:nvGrpSpPr>
            <p:cNvPr id="17" name="Gruppieren 16">
              <a:extLst>
                <a:ext uri="{FF2B5EF4-FFF2-40B4-BE49-F238E27FC236}">
                  <a16:creationId xmlns:a16="http://schemas.microsoft.com/office/drawing/2014/main" id="{96B6CD1B-456B-01CD-A1C0-25FF156E31A6}"/>
                </a:ext>
              </a:extLst>
            </p:cNvPr>
            <p:cNvGrpSpPr/>
            <p:nvPr/>
          </p:nvGrpSpPr>
          <p:grpSpPr>
            <a:xfrm rot="18719010">
              <a:off x="3704897" y="3190877"/>
              <a:ext cx="942975" cy="523876"/>
              <a:chOff x="3716129" y="3271672"/>
              <a:chExt cx="942975" cy="523876"/>
            </a:xfrm>
            <a:solidFill>
              <a:schemeClr val="bg1"/>
            </a:solidFill>
          </p:grpSpPr>
          <p:sp>
            <p:nvSpPr>
              <p:cNvPr id="15" name="Rechteck 14">
                <a:extLst>
                  <a:ext uri="{FF2B5EF4-FFF2-40B4-BE49-F238E27FC236}">
                    <a16:creationId xmlns:a16="http://schemas.microsoft.com/office/drawing/2014/main" id="{2E85DB0D-1885-89EB-FCDF-C43B6EF545CB}"/>
                  </a:ext>
                </a:extLst>
              </p:cNvPr>
              <p:cNvSpPr/>
              <p:nvPr/>
            </p:nvSpPr>
            <p:spPr>
              <a:xfrm>
                <a:off x="3716130" y="3271672"/>
                <a:ext cx="205280" cy="523875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6" name="Rechteck 15">
                <a:extLst>
                  <a:ext uri="{FF2B5EF4-FFF2-40B4-BE49-F238E27FC236}">
                    <a16:creationId xmlns:a16="http://schemas.microsoft.com/office/drawing/2014/main" id="{778B89EE-B6D1-8434-DB2A-4EC2728F78DA}"/>
                  </a:ext>
                </a:extLst>
              </p:cNvPr>
              <p:cNvSpPr/>
              <p:nvPr/>
            </p:nvSpPr>
            <p:spPr>
              <a:xfrm rot="5400000">
                <a:off x="4084977" y="3221420"/>
                <a:ext cx="205280" cy="942975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</p:grpSp>
      <p:grpSp>
        <p:nvGrpSpPr>
          <p:cNvPr id="48" name="Gruppieren 47">
            <a:extLst>
              <a:ext uri="{FF2B5EF4-FFF2-40B4-BE49-F238E27FC236}">
                <a16:creationId xmlns:a16="http://schemas.microsoft.com/office/drawing/2014/main" id="{89935910-FD1D-E6B4-4BD0-561E1C858C23}"/>
              </a:ext>
            </a:extLst>
          </p:cNvPr>
          <p:cNvGrpSpPr/>
          <p:nvPr/>
        </p:nvGrpSpPr>
        <p:grpSpPr>
          <a:xfrm>
            <a:off x="5648932" y="1824365"/>
            <a:ext cx="2656127" cy="2471738"/>
            <a:chOff x="5648932" y="1824365"/>
            <a:chExt cx="2656127" cy="2471738"/>
          </a:xfrm>
        </p:grpSpPr>
        <p:sp>
          <p:nvSpPr>
            <p:cNvPr id="47" name="Freihandform: Form 46">
              <a:extLst>
                <a:ext uri="{FF2B5EF4-FFF2-40B4-BE49-F238E27FC236}">
                  <a16:creationId xmlns:a16="http://schemas.microsoft.com/office/drawing/2014/main" id="{E8280FF5-4629-0663-DC6F-418DB0942BF2}"/>
                </a:ext>
              </a:extLst>
            </p:cNvPr>
            <p:cNvSpPr/>
            <p:nvPr/>
          </p:nvSpPr>
          <p:spPr>
            <a:xfrm>
              <a:off x="5648932" y="1824365"/>
              <a:ext cx="2458362" cy="2468720"/>
            </a:xfrm>
            <a:custGeom>
              <a:avLst/>
              <a:gdLst>
                <a:gd name="connsiteX0" fmla="*/ 1114883 w 2458362"/>
                <a:gd name="connsiteY0" fmla="*/ 0 h 2468720"/>
                <a:gd name="connsiteX1" fmla="*/ 1368597 w 2458362"/>
                <a:gd name="connsiteY1" fmla="*/ 0 h 2468720"/>
                <a:gd name="connsiteX2" fmla="*/ 1430024 w 2458362"/>
                <a:gd name="connsiteY2" fmla="*/ 245709 h 2468720"/>
                <a:gd name="connsiteX3" fmla="*/ 1522360 w 2458362"/>
                <a:gd name="connsiteY3" fmla="*/ 269451 h 2468720"/>
                <a:gd name="connsiteX4" fmla="*/ 1550098 w 2458362"/>
                <a:gd name="connsiteY4" fmla="*/ 280576 h 2468720"/>
                <a:gd name="connsiteX5" fmla="*/ 1741385 w 2458362"/>
                <a:gd name="connsiteY5" fmla="*/ 75265 h 2468720"/>
                <a:gd name="connsiteX6" fmla="*/ 1963420 w 2458362"/>
                <a:gd name="connsiteY6" fmla="*/ 198029 h 2468720"/>
                <a:gd name="connsiteX7" fmla="*/ 1888171 w 2458362"/>
                <a:gd name="connsiteY7" fmla="*/ 480794 h 2468720"/>
                <a:gd name="connsiteX8" fmla="*/ 1917684 w 2458362"/>
                <a:gd name="connsiteY8" fmla="*/ 505445 h 2468720"/>
                <a:gd name="connsiteX9" fmla="*/ 1966206 w 2458362"/>
                <a:gd name="connsiteY9" fmla="*/ 558934 h 2468720"/>
                <a:gd name="connsiteX10" fmla="*/ 2238843 w 2458362"/>
                <a:gd name="connsiteY10" fmla="*/ 501061 h 2468720"/>
                <a:gd name="connsiteX11" fmla="*/ 2350146 w 2458362"/>
                <a:gd name="connsiteY11" fmla="*/ 729058 h 2468720"/>
                <a:gd name="connsiteX12" fmla="*/ 2159756 w 2458362"/>
                <a:gd name="connsiteY12" fmla="*/ 889135 h 2468720"/>
                <a:gd name="connsiteX13" fmla="*/ 2169035 w 2458362"/>
                <a:gd name="connsiteY13" fmla="*/ 913151 h 2468720"/>
                <a:gd name="connsiteX14" fmla="*/ 2193407 w 2458362"/>
                <a:gd name="connsiteY14" fmla="*/ 1006430 h 2468720"/>
                <a:gd name="connsiteX15" fmla="*/ 2458362 w 2458362"/>
                <a:gd name="connsiteY15" fmla="*/ 1072670 h 2468720"/>
                <a:gd name="connsiteX16" fmla="*/ 2458362 w 2458362"/>
                <a:gd name="connsiteY16" fmla="*/ 1326384 h 2468720"/>
                <a:gd name="connsiteX17" fmla="*/ 2197499 w 2458362"/>
                <a:gd name="connsiteY17" fmla="*/ 1391599 h 2468720"/>
                <a:gd name="connsiteX18" fmla="*/ 2154903 w 2458362"/>
                <a:gd name="connsiteY18" fmla="*/ 1549292 h 2468720"/>
                <a:gd name="connsiteX19" fmla="*/ 1427930 w 2458362"/>
                <a:gd name="connsiteY19" fmla="*/ 2175823 h 2468720"/>
                <a:gd name="connsiteX20" fmla="*/ 1411046 w 2458362"/>
                <a:gd name="connsiteY20" fmla="*/ 2178400 h 2468720"/>
                <a:gd name="connsiteX21" fmla="*/ 1338465 w 2458362"/>
                <a:gd name="connsiteY21" fmla="*/ 2468720 h 2468720"/>
                <a:gd name="connsiteX22" fmla="*/ 1084751 w 2458362"/>
                <a:gd name="connsiteY22" fmla="*/ 2468720 h 2468720"/>
                <a:gd name="connsiteX23" fmla="*/ 1010358 w 2458362"/>
                <a:gd name="connsiteY23" fmla="*/ 2171146 h 2468720"/>
                <a:gd name="connsiteX24" fmla="*/ 1020475 w 2458362"/>
                <a:gd name="connsiteY24" fmla="*/ 2171146 h 2468720"/>
                <a:gd name="connsiteX25" fmla="*/ 920886 w 2458362"/>
                <a:gd name="connsiteY25" fmla="*/ 2144245 h 2468720"/>
                <a:gd name="connsiteX26" fmla="*/ 922180 w 2458362"/>
                <a:gd name="connsiteY26" fmla="*/ 2145079 h 2468720"/>
                <a:gd name="connsiteX27" fmla="*/ 698444 w 2458362"/>
                <a:gd name="connsiteY27" fmla="*/ 2354905 h 2468720"/>
                <a:gd name="connsiteX28" fmla="*/ 485183 w 2458362"/>
                <a:gd name="connsiteY28" fmla="*/ 2217462 h 2468720"/>
                <a:gd name="connsiteX29" fmla="*/ 577344 w 2458362"/>
                <a:gd name="connsiteY29" fmla="*/ 1946199 h 2468720"/>
                <a:gd name="connsiteX30" fmla="*/ 497580 w 2458362"/>
                <a:gd name="connsiteY30" fmla="*/ 1868316 h 2468720"/>
                <a:gd name="connsiteX31" fmla="*/ 211034 w 2458362"/>
                <a:gd name="connsiteY31" fmla="*/ 1944632 h 2468720"/>
                <a:gd name="connsiteX32" fmla="*/ 88226 w 2458362"/>
                <a:gd name="connsiteY32" fmla="*/ 1722622 h 2468720"/>
                <a:gd name="connsiteX33" fmla="*/ 298842 w 2458362"/>
                <a:gd name="connsiteY33" fmla="*/ 1526316 h 2468720"/>
                <a:gd name="connsiteX34" fmla="*/ 264022 w 2458362"/>
                <a:gd name="connsiteY34" fmla="*/ 1409078 h 2468720"/>
                <a:gd name="connsiteX35" fmla="*/ 263569 w 2458362"/>
                <a:gd name="connsiteY35" fmla="*/ 1406113 h 2468720"/>
                <a:gd name="connsiteX36" fmla="*/ 0 w 2458362"/>
                <a:gd name="connsiteY36" fmla="*/ 1340221 h 2468720"/>
                <a:gd name="connsiteX37" fmla="*/ 0 w 2458362"/>
                <a:gd name="connsiteY37" fmla="*/ 1086507 h 2468720"/>
                <a:gd name="connsiteX38" fmla="*/ 263413 w 2458362"/>
                <a:gd name="connsiteY38" fmla="*/ 1020654 h 2468720"/>
                <a:gd name="connsiteX39" fmla="*/ 267877 w 2458362"/>
                <a:gd name="connsiteY39" fmla="*/ 993936 h 2468720"/>
                <a:gd name="connsiteX40" fmla="*/ 295956 w 2458362"/>
                <a:gd name="connsiteY40" fmla="*/ 894414 h 2468720"/>
                <a:gd name="connsiteX41" fmla="*/ 113815 w 2458362"/>
                <a:gd name="connsiteY41" fmla="*/ 700199 h 2468720"/>
                <a:gd name="connsiteX42" fmla="*/ 251259 w 2458362"/>
                <a:gd name="connsiteY42" fmla="*/ 486939 h 2468720"/>
                <a:gd name="connsiteX43" fmla="*/ 485273 w 2458362"/>
                <a:gd name="connsiteY43" fmla="*/ 566444 h 2468720"/>
                <a:gd name="connsiteX44" fmla="*/ 509999 w 2458362"/>
                <a:gd name="connsiteY44" fmla="*/ 537112 h 2468720"/>
                <a:gd name="connsiteX45" fmla="*/ 584513 w 2458362"/>
                <a:gd name="connsiteY45" fmla="*/ 465431 h 2468720"/>
                <a:gd name="connsiteX46" fmla="*/ 590259 w 2458362"/>
                <a:gd name="connsiteY46" fmla="*/ 461242 h 2468720"/>
                <a:gd name="connsiteX47" fmla="*/ 524088 w 2458362"/>
                <a:gd name="connsiteY47" fmla="*/ 212790 h 2468720"/>
                <a:gd name="connsiteX48" fmla="*/ 746099 w 2458362"/>
                <a:gd name="connsiteY48" fmla="*/ 89981 h 2468720"/>
                <a:gd name="connsiteX49" fmla="*/ 921102 w 2458362"/>
                <a:gd name="connsiteY49" fmla="*/ 277741 h 2468720"/>
                <a:gd name="connsiteX50" fmla="*/ 1030767 w 2458362"/>
                <a:gd name="connsiteY50" fmla="*/ 245171 h 2468720"/>
                <a:gd name="connsiteX51" fmla="*/ 1054496 w 2458362"/>
                <a:gd name="connsiteY51" fmla="*/ 241549 h 2468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2458362" h="2468720">
                  <a:moveTo>
                    <a:pt x="1114883" y="0"/>
                  </a:moveTo>
                  <a:lnTo>
                    <a:pt x="1368597" y="0"/>
                  </a:lnTo>
                  <a:lnTo>
                    <a:pt x="1430024" y="245709"/>
                  </a:lnTo>
                  <a:lnTo>
                    <a:pt x="1522360" y="269451"/>
                  </a:lnTo>
                  <a:lnTo>
                    <a:pt x="1550098" y="280576"/>
                  </a:lnTo>
                  <a:lnTo>
                    <a:pt x="1741385" y="75265"/>
                  </a:lnTo>
                  <a:lnTo>
                    <a:pt x="1963420" y="198029"/>
                  </a:lnTo>
                  <a:lnTo>
                    <a:pt x="1888171" y="480794"/>
                  </a:lnTo>
                  <a:lnTo>
                    <a:pt x="1917684" y="505445"/>
                  </a:lnTo>
                  <a:lnTo>
                    <a:pt x="1966206" y="558934"/>
                  </a:lnTo>
                  <a:lnTo>
                    <a:pt x="2238843" y="501061"/>
                  </a:lnTo>
                  <a:lnTo>
                    <a:pt x="2350146" y="729058"/>
                  </a:lnTo>
                  <a:lnTo>
                    <a:pt x="2159756" y="889135"/>
                  </a:lnTo>
                  <a:lnTo>
                    <a:pt x="2169035" y="913151"/>
                  </a:lnTo>
                  <a:lnTo>
                    <a:pt x="2193407" y="1006430"/>
                  </a:lnTo>
                  <a:lnTo>
                    <a:pt x="2458362" y="1072670"/>
                  </a:lnTo>
                  <a:lnTo>
                    <a:pt x="2458362" y="1326384"/>
                  </a:lnTo>
                  <a:lnTo>
                    <a:pt x="2197499" y="1391599"/>
                  </a:lnTo>
                  <a:lnTo>
                    <a:pt x="2154903" y="1549292"/>
                  </a:lnTo>
                  <a:cubicBezTo>
                    <a:pt x="2038861" y="1866216"/>
                    <a:pt x="1764683" y="2106914"/>
                    <a:pt x="1427930" y="2175823"/>
                  </a:cubicBezTo>
                  <a:lnTo>
                    <a:pt x="1411046" y="2178400"/>
                  </a:lnTo>
                  <a:lnTo>
                    <a:pt x="1338465" y="2468720"/>
                  </a:lnTo>
                  <a:lnTo>
                    <a:pt x="1084751" y="2468720"/>
                  </a:lnTo>
                  <a:lnTo>
                    <a:pt x="1010358" y="2171146"/>
                  </a:lnTo>
                  <a:lnTo>
                    <a:pt x="1020475" y="2171146"/>
                  </a:lnTo>
                  <a:lnTo>
                    <a:pt x="920886" y="2144245"/>
                  </a:lnTo>
                  <a:lnTo>
                    <a:pt x="922180" y="2145079"/>
                  </a:lnTo>
                  <a:lnTo>
                    <a:pt x="698444" y="2354905"/>
                  </a:lnTo>
                  <a:lnTo>
                    <a:pt x="485183" y="2217462"/>
                  </a:lnTo>
                  <a:lnTo>
                    <a:pt x="577344" y="1946199"/>
                  </a:lnTo>
                  <a:lnTo>
                    <a:pt x="497580" y="1868316"/>
                  </a:lnTo>
                  <a:lnTo>
                    <a:pt x="211034" y="1944632"/>
                  </a:lnTo>
                  <a:lnTo>
                    <a:pt x="88226" y="1722622"/>
                  </a:lnTo>
                  <a:lnTo>
                    <a:pt x="298842" y="1526316"/>
                  </a:lnTo>
                  <a:lnTo>
                    <a:pt x="264022" y="1409078"/>
                  </a:lnTo>
                  <a:lnTo>
                    <a:pt x="263569" y="1406113"/>
                  </a:lnTo>
                  <a:lnTo>
                    <a:pt x="0" y="1340221"/>
                  </a:lnTo>
                  <a:lnTo>
                    <a:pt x="0" y="1086507"/>
                  </a:lnTo>
                  <a:lnTo>
                    <a:pt x="263413" y="1020654"/>
                  </a:lnTo>
                  <a:lnTo>
                    <a:pt x="267877" y="993936"/>
                  </a:lnTo>
                  <a:lnTo>
                    <a:pt x="295956" y="894414"/>
                  </a:lnTo>
                  <a:lnTo>
                    <a:pt x="113815" y="700199"/>
                  </a:lnTo>
                  <a:lnTo>
                    <a:pt x="251259" y="486939"/>
                  </a:lnTo>
                  <a:lnTo>
                    <a:pt x="485273" y="566444"/>
                  </a:lnTo>
                  <a:lnTo>
                    <a:pt x="509999" y="537112"/>
                  </a:lnTo>
                  <a:cubicBezTo>
                    <a:pt x="533567" y="511945"/>
                    <a:pt x="558442" y="488015"/>
                    <a:pt x="584513" y="465431"/>
                  </a:cubicBezTo>
                  <a:lnTo>
                    <a:pt x="590259" y="461242"/>
                  </a:lnTo>
                  <a:lnTo>
                    <a:pt x="524088" y="212790"/>
                  </a:lnTo>
                  <a:lnTo>
                    <a:pt x="746099" y="89981"/>
                  </a:lnTo>
                  <a:lnTo>
                    <a:pt x="921102" y="277741"/>
                  </a:lnTo>
                  <a:lnTo>
                    <a:pt x="1030767" y="245171"/>
                  </a:lnTo>
                  <a:lnTo>
                    <a:pt x="1054496" y="241549"/>
                  </a:lnTo>
                  <a:close/>
                </a:path>
              </a:pathLst>
            </a:custGeom>
            <a:solidFill>
              <a:schemeClr val="bg1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de-DE"/>
            </a:p>
          </p:txBody>
        </p:sp>
        <p:sp>
          <p:nvSpPr>
            <p:cNvPr id="33" name="Ellipse 32">
              <a:extLst>
                <a:ext uri="{FF2B5EF4-FFF2-40B4-BE49-F238E27FC236}">
                  <a16:creationId xmlns:a16="http://schemas.microsoft.com/office/drawing/2014/main" id="{B586B1A7-4D48-3CE1-AAF8-D381BE003423}"/>
                </a:ext>
              </a:extLst>
            </p:cNvPr>
            <p:cNvSpPr/>
            <p:nvPr/>
          </p:nvSpPr>
          <p:spPr>
            <a:xfrm>
              <a:off x="6271110" y="2412124"/>
              <a:ext cx="1214340" cy="1245476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3" name="Ellipse 42">
              <a:extLst>
                <a:ext uri="{FF2B5EF4-FFF2-40B4-BE49-F238E27FC236}">
                  <a16:creationId xmlns:a16="http://schemas.microsoft.com/office/drawing/2014/main" id="{76F386C0-139B-B496-D741-6AAB8A7DFBF5}"/>
                </a:ext>
              </a:extLst>
            </p:cNvPr>
            <p:cNvSpPr/>
            <p:nvPr/>
          </p:nvSpPr>
          <p:spPr>
            <a:xfrm>
              <a:off x="6870397" y="2824655"/>
              <a:ext cx="1434662" cy="1471448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grpSp>
          <p:nvGrpSpPr>
            <p:cNvPr id="44" name="Gruppieren 43">
              <a:extLst>
                <a:ext uri="{FF2B5EF4-FFF2-40B4-BE49-F238E27FC236}">
                  <a16:creationId xmlns:a16="http://schemas.microsoft.com/office/drawing/2014/main" id="{FC80B355-5018-44A6-DECD-DEF8DED5BDE6}"/>
                </a:ext>
              </a:extLst>
            </p:cNvPr>
            <p:cNvGrpSpPr/>
            <p:nvPr/>
          </p:nvGrpSpPr>
          <p:grpSpPr>
            <a:xfrm rot="18719010">
              <a:off x="7130529" y="3190877"/>
              <a:ext cx="942975" cy="523876"/>
              <a:chOff x="3716129" y="3271672"/>
              <a:chExt cx="942975" cy="523876"/>
            </a:xfrm>
            <a:solidFill>
              <a:schemeClr val="bg1"/>
            </a:solidFill>
          </p:grpSpPr>
          <p:sp>
            <p:nvSpPr>
              <p:cNvPr id="45" name="Rechteck 44">
                <a:extLst>
                  <a:ext uri="{FF2B5EF4-FFF2-40B4-BE49-F238E27FC236}">
                    <a16:creationId xmlns:a16="http://schemas.microsoft.com/office/drawing/2014/main" id="{0F7C55F8-DF1C-E1F4-2463-65B1A5E15753}"/>
                  </a:ext>
                </a:extLst>
              </p:cNvPr>
              <p:cNvSpPr/>
              <p:nvPr/>
            </p:nvSpPr>
            <p:spPr>
              <a:xfrm>
                <a:off x="3716130" y="3271672"/>
                <a:ext cx="205280" cy="523875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46" name="Rechteck 45">
                <a:extLst>
                  <a:ext uri="{FF2B5EF4-FFF2-40B4-BE49-F238E27FC236}">
                    <a16:creationId xmlns:a16="http://schemas.microsoft.com/office/drawing/2014/main" id="{4BEA16F4-D4ED-F528-8F7D-24F28289628A}"/>
                  </a:ext>
                </a:extLst>
              </p:cNvPr>
              <p:cNvSpPr/>
              <p:nvPr/>
            </p:nvSpPr>
            <p:spPr>
              <a:xfrm rot="5400000">
                <a:off x="4084977" y="3221420"/>
                <a:ext cx="205280" cy="942975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475320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feil: nach rechts 1">
            <a:extLst>
              <a:ext uri="{FF2B5EF4-FFF2-40B4-BE49-F238E27FC236}">
                <a16:creationId xmlns:a16="http://schemas.microsoft.com/office/drawing/2014/main" id="{4FEC979F-C861-BAB5-E28D-857788E81092}"/>
              </a:ext>
            </a:extLst>
          </p:cNvPr>
          <p:cNvSpPr/>
          <p:nvPr/>
        </p:nvSpPr>
        <p:spPr>
          <a:xfrm>
            <a:off x="748862" y="764628"/>
            <a:ext cx="2506717" cy="1174531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Pfeil: nach rechts 2">
            <a:extLst>
              <a:ext uri="{FF2B5EF4-FFF2-40B4-BE49-F238E27FC236}">
                <a16:creationId xmlns:a16="http://schemas.microsoft.com/office/drawing/2014/main" id="{3A6BD23E-F3EF-088B-4C7D-F3648561C4D5}"/>
              </a:ext>
            </a:extLst>
          </p:cNvPr>
          <p:cNvSpPr/>
          <p:nvPr/>
        </p:nvSpPr>
        <p:spPr>
          <a:xfrm rot="10800000">
            <a:off x="748862" y="2467304"/>
            <a:ext cx="2506717" cy="1174531"/>
          </a:xfrm>
          <a:prstGeom prst="right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Pfeil: nach rechts 7">
            <a:extLst>
              <a:ext uri="{FF2B5EF4-FFF2-40B4-BE49-F238E27FC236}">
                <a16:creationId xmlns:a16="http://schemas.microsoft.com/office/drawing/2014/main" id="{C73BF2CF-0363-0031-4950-BCEDFEFFC80A}"/>
              </a:ext>
            </a:extLst>
          </p:cNvPr>
          <p:cNvSpPr/>
          <p:nvPr/>
        </p:nvSpPr>
        <p:spPr>
          <a:xfrm>
            <a:off x="827693" y="5310351"/>
            <a:ext cx="2506717" cy="1174531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Pfeil: nach rechts 6">
            <a:extLst>
              <a:ext uri="{FF2B5EF4-FFF2-40B4-BE49-F238E27FC236}">
                <a16:creationId xmlns:a16="http://schemas.microsoft.com/office/drawing/2014/main" id="{50259047-7169-7A43-3A6B-75B777E6A35E}"/>
              </a:ext>
            </a:extLst>
          </p:cNvPr>
          <p:cNvSpPr/>
          <p:nvPr/>
        </p:nvSpPr>
        <p:spPr>
          <a:xfrm>
            <a:off x="827693" y="4683670"/>
            <a:ext cx="1868214" cy="1174531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Pfeil: nach rechts 8">
            <a:extLst>
              <a:ext uri="{FF2B5EF4-FFF2-40B4-BE49-F238E27FC236}">
                <a16:creationId xmlns:a16="http://schemas.microsoft.com/office/drawing/2014/main" id="{37A98B90-387D-6E74-66BB-B630B7267D1C}"/>
              </a:ext>
            </a:extLst>
          </p:cNvPr>
          <p:cNvSpPr/>
          <p:nvPr/>
        </p:nvSpPr>
        <p:spPr>
          <a:xfrm>
            <a:off x="827692" y="4049106"/>
            <a:ext cx="1237593" cy="1174531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108316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Breitbild</PresentationFormat>
  <Paragraphs>0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Röher, Stefan</dc:creator>
  <cp:lastModifiedBy>Röher, Stefan</cp:lastModifiedBy>
  <cp:revision>2</cp:revision>
  <dcterms:created xsi:type="dcterms:W3CDTF">2026-08-17T16:08:55Z</dcterms:created>
  <dcterms:modified xsi:type="dcterms:W3CDTF">2026-08-18T12:42:58Z</dcterms:modified>
</cp:coreProperties>
</file>